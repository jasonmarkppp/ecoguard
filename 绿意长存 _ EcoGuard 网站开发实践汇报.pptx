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大家好，今天我将向大家汇报“绿意长存 | EcoGuard”环境保护公益网站的开发实践。这个项目旨在通过现代、数字化的设计手段，打造一个直观、有趣的平台，唤醒公众对生态保护的共鸣，并提供切实可行的参与途径。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出发点，是洞察到公众虽然对环境问题有所耳闻，但普遍缺乏切身感受和简单的参与方式。因此，我们将网站定位为一个轻量、有趣的单页应用，核心使命有三点：直观地呈现生态危机，提供低门槛的互动工具，以及对接真实的公益项目，让线上关注转化为线下行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为了实现我们的设计理念，我们选择了现代化的技术栈。前端基于React 19和TypeScript，确保了代码的健壮性和可维护性。样式上采用Tailwind CSS，实现了高效、轻量的响应式设计。动效方面，我们使用Motion库来创造流畅的用户体验，并搭配Lucide和FontAwesome图标系统，保证了视觉的统一性和清晰度。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我们的视觉风格核心是“明亮毛玻璃轻量美学”。我们选用清新的绿色作为主色，搭配柔和的浅色背景，确保了视觉的舒适度。通过运用Tailwind CSS实现的毛玻璃效果，我们为内容容器和导航栏赋予了现代、轻盈的质感。同时，在页面背景中加入了模拟自然光斑的效果，营造出沉浸式的自然氛围。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网站包含五个核心板块。我们设计了智能悬浮导航以适应不同设备。首页的生态计数器通过动态增长的数字吸引用户注意。现状透视板块用视觉化的卡片和数据条，直观展示危机。低碳计算器则通过有趣的交互，让用户实时看到自己的减排贡献。最后，行动动态板块图文并茂地展示了真实的公益项目进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简化志愿者报名流程，我们设计了一套无缝的表单提交系统。表单包含了必要的信息字段，并提供了流畅的状态反馈。从实时的输入校验，到提交中的状态提示，再到最终成功提交的动画反馈，我们力求为用户提供一个清晰、愉悦的交互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专业性和合规性方面，我们力求做到极致。网站完全去除了任何“Demo”或“测试”字样，以一个正式、严肃的组织形象出现。我们设计了信息完备的页脚，包含了机构介绍、隐私政策和专业的版权声明，确保了网站的合规性和可信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简要介绍一下我们的开发流程。我们从基于Vite和TypeScript的工程初始化开始，确保了开发效率和代码质量。接着，我们对代码进行了模块化重构，保证了项目的可扩展性。在美化阶段，我们特别针对Safari等浏览器进行了兼容性调试。最后，通过严格的代码校验和自动化构建，我们确保了网站能够稳定、高效地交付和运行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4.svg"/><Relationship Id="rId1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" Type="http://schemas.openxmlformats.org/officeDocument/2006/relationships/image" Target="../media/image36.sv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524000"/>
            <a:ext cx="5080000" cy="5080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3810000" cy="3810000"/>
          </a:xfrm>
          <a:prstGeom prst="ellipse">
            <a:avLst/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414000" y="762000"/>
            <a:ext cx="1524000" cy="1524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461000" y="1778000"/>
            <a:ext cx="1270000" cy="1270000"/>
          </a:xfrm>
          <a:prstGeom prst="ellipse">
            <a:avLst/>
          </a:prstGeom>
          <a:gradFill rotWithShape="1">
            <a:gsLst>
              <a:gs pos="0">
                <a:srgbClr val="22C55E">
                  <a:alpha val="100000"/>
                </a:srgbClr>
              </a:gs>
              <a:gs pos="100000">
                <a:srgbClr val="15803D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0" y="2032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81000" y="3429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绿意长存 | EcoGuard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4376">
            <a:off x="5461032" y="469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/>
          <p:nvPr/>
        </p:nvSpPr>
        <p:spPr>
          <a:xfrm>
            <a:off x="635000" y="5080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20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环境保护公益网站开发实践</a:t>
            </a:r>
            <a:r>
              <a:rPr lang="en-US" sz="1600" b="0" i="0" u="none" strike="noStrike">
                <a:solidFill>
                  <a:srgbClr val="475569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用现代数字化设计唤醒大众生态守望共鸣，以交互体验传递可持续发展的核心价值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016000"/>
            <a:ext cx="3810000" cy="381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302000" cy="3302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项目愿景与创意背景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349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核心痛点洞察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946">
            <a:off x="1016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公众对环境危机的认知多停留在抽象理论层面，缺乏直观的切身感受。同时，现有环保参与途径门槛较高，流程复杂，导致大众难以从“关注”转化为持续的“行动”，形成认知与实践的断层。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45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45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349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2349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产品设计定位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99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99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打造轻量化、强互动的环保主题单页应用（SPA），以清新自然的视觉和趣味化交互为核心，降低用户认知负荷。让环保理念融入日常浏览体验，成为用户随手可及的绿色生活指南与行动入口。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23495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项目核心使命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8255014" y="3168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429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解构生态危机、提供可视化减排工具、对接真实公益行动。以“认知-互动-行动”为闭环，连接线上关注与线下实践，让每一位用户都能成为绿色生活的践行者与传播者。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762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842000"/>
            <a:ext cx="1016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行动指南：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从“看见问题”到“参与解决”，我们致力于搭建低门槛、高共鸣的环保桥梁，让绿色生活触手可及。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技术选型与系统架构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52500" y="304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前端基石：React 19+TS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380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4064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利用强类型系统约束业务逻辑，构建高度模块化的组件结构，大幅降低维护成本，同时提升代码健壮性与团队协作效率。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4290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2349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619500" y="304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样式框架：Tailwind+Vite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0221">
            <a:off x="3619519" y="380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619500" y="4064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采用原子化类名配置替代传统CSS，结合Vite引擎的极速构建能力，实现轻量级、高复用的响应式布局与样式管理。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0960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6500" y="2349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286500" y="304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动效引擎：Motion React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221">
            <a:off x="6286519" y="380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286500" y="4064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集成专业动效库，通过自然的贝塞尔曲线过渡与虚拟路由淡入淡出切换，为用户提供流畅、细腻且无卡顿的交互体验。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63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763000" y="203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3500" y="2349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953500" y="3048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图标系统：Lucide &amp; FA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221">
            <a:off x="8953519" y="380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953500" y="4064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选用风格一致、极简高可读性的矢量图标集，统一全平台视觉语言，完美适配多终端分辨率，增强界面的直观性。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52500" y="5842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通过前沿技术栈的有机整合，构建起稳定、高效、可扩展的系统架构，在保障开发效率的同时，为用户提供极致的产品体验。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524000"/>
            <a:ext cx="5715000" cy="5715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0" y="3175000"/>
            <a:ext cx="6350000" cy="6350000"/>
          </a:xfrm>
          <a:prstGeom prst="ellipse">
            <a:avLst/>
          </a:prstGeom>
          <a:solidFill>
            <a:srgbClr val="22C55E">
              <a:alpha val="9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视觉风格：明亮毛玻璃轻量美学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334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889000" cy="889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2159000" y="20574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核心色调：自然共生的色彩体系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以清新自然的绿色(#22c55e)为主视觉，搭配柔和的淡绿背景(#f0fdf4)与高对比的深石板色(#1e293b)，构建舒适、通透的视觉层级。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810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9624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Light Glassmorphism：轻盈通透质感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内容容器采用半透明乳白底色(rgba(255,255,255,0.7))，辅以纤细亮白微边框与柔和阴影，结合 backdrop-blur 实现现代、无重感的玻璃悬浮效果。</a:t>
            </a:r>
            <a:endParaRPr lang="en-US" sz="13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461000"/>
            <a:ext cx="53340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651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588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在页面背景中叠加柔和的径向渐变光斑，模拟森林树荫下的漫反射光线，为用户营造沉浸式的自然呼吸感。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90177">
            <a:off x="4381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985000" y="1905000"/>
            <a:ext cx="4572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239000" y="2159000"/>
            <a:ext cx="40640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366000" y="23114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Forest UI · Dashboard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39000" y="3048000"/>
            <a:ext cx="1968500" cy="1397000"/>
          </a:xfrm>
          <a:prstGeom prst="roundRect">
            <a:avLst>
              <a:gd name="adj" fmla="val 0"/>
            </a:avLst>
          </a:prstGeom>
          <a:solidFill>
            <a:srgbClr val="DCFCE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000" y="3175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66000" y="3619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自然生长数据监测，实时反馈环境指标，让每一株绿植都能获得精准呵护。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34500" y="3048000"/>
            <a:ext cx="1968500" cy="1397000"/>
          </a:xfrm>
          <a:prstGeom prst="roundRect">
            <a:avLst>
              <a:gd name="adj" fmla="val 0"/>
            </a:avLst>
          </a:prstGeom>
          <a:solidFill>
            <a:srgbClr val="F0FDF4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1500" y="3175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461500" y="36195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智能水循环系统，模拟自然降雨节奏，保持土壤微环境的湿润与透气平衡。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39000" y="4826000"/>
            <a:ext cx="4064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239000" y="4927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开启自然共生体验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6096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通过毛玻璃与自然色彩的结合，在数字界面中还原真实的自然触感，降低视觉疲劳，提升交互愉悦度。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五个核心板块与创意交互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57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悬浮智能导航 (Navbar)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57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采用自适应滚动的多状态置顶栏设计，移动端适配折叠式毛玻璃汉堡菜单，兼顾操作便捷性与视觉轻盈感，适配全终端浏览体验。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1905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82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19700" y="2057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首页与生态计数器 (Home)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2857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以极简标语传递核心理念，搭配带有微小增长律动的动态环保数据计数器，用鲜活跳动的数字直观呈现生态保护的即时价值与长远意义。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1905000"/>
            <a:ext cx="3378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26400" y="1905000"/>
            <a:ext cx="50800" cy="1968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095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51900" y="2057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现状透视 (Crises)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80400" y="2857500"/>
            <a:ext cx="2997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运用三列悬浮毛玻璃危机卡片，结合可视化渐变长条百分比数据，强化环境现状的视觉冲击力，让用户直观感知生态问题的紧迫性与严峻性。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08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651000" y="447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低碳计算器 (Calculator) — 交互式减排体验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167">
            <a:off x="1016008" y="513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334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设计交互式勾选减耗表，实时计算并动态展示用户的减排成果，辅以趣味成就奖章系统，将环保行为转化为可量化、可激励的正向反馈，提升用户参与感。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159500" y="4318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1595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5085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048500" y="4470400"/>
            <a:ext cx="4127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行动动态 (Projects) — 真实项目进度呈现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167">
            <a:off x="6413508" y="5137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413500" y="53340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采用图文交叠的现场进度报告卡片，搭配真实的微缩状态标识与动态进度条，还原环保项目的实施过程与阶段成果，让用户见证每一次切实的改变。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志愿者表单及后台模拟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无缝申报服务：极简字段，全面采集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533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表单设计聚焦核心信息，包含姓名、电邮基础字段，提供海洋保护、教育科普、科研协助等多领域兴趣多选，搭配开放留言寄语，兼顾信息完整性与填写轻量化，适配不同用户的志愿诉求。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4254500"/>
            <a:ext cx="95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实时校验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34376">
            <a:off x="952532" y="481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89000" y="4953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对姓名与邮箱格式进行实时正则校验，即时提示错误，从源头减少无效数据提交。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540000" y="4064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0500" y="4254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175000" y="4254500"/>
            <a:ext cx="95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提交中态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34376">
            <a:off x="2730532" y="481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2667000" y="4953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按钮文字优雅切换为“提交中...”并暂时禁用，避免重复点击，保障数据传输稳定性。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18000" y="4064000"/>
            <a:ext cx="1651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4254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953000" y="4254500"/>
            <a:ext cx="95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成功闭环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34376">
            <a:off x="4508532" y="481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445000" y="4953000"/>
            <a:ext cx="139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1秒后以淡入淡出呈现绿色对勾与致谢卡片，用仪式感的视觉反馈传递操作成功的信号。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5389889">
            <a:off x="4127500" y="4057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477000" y="1905000"/>
            <a:ext cx="4953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1905000"/>
            <a:ext cx="49530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67500" y="20066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志愿者注册中心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45500" y="2921000"/>
            <a:ext cx="762000" cy="762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731000" y="3937000"/>
            <a:ext cx="444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提交成功！感谢您的志愿加入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731000" y="4699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我们已记录您的信息，工作人员将在3个工作日内与您联系，期待与您携手共创美好未来。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5715000"/>
            <a:ext cx="4953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04000" y="584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交互亮点：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采用非阻塞式交互设计，全程无需页面跳转，在当前视图完成输入、校验、提交、反馈的全流程状态流转，提升用户操作沉浸感。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44000" y="4572000"/>
            <a:ext cx="3810000" cy="3810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-1016000"/>
            <a:ext cx="3048000" cy="3048000"/>
          </a:xfrm>
          <a:prstGeom prst="ellipse">
            <a:avLst/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专业官方合规性落地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207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76200" cy="355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2476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24384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 Demo 化：打造正式严肃的组织形态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822">
            <a:off x="1143009" y="3295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293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143000" y="3556000"/>
            <a:ext cx="457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站内容坚决摒弃“测试版”“仅供参考”“演示环境”等非正式表述，从文案措辞到视觉呈现均以成熟、专业的官方组织形象为标准。通过严谨的内容规范，建立用户对平台的信任感，强化环保招募项目的权威性与严肃性，确保每一处细节都符合正式机构的对外展示要求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159000"/>
            <a:ext cx="4953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2311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实体化轻奢 Footer：完备信息矩阵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822">
            <a:off x="6731009" y="2978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731000" y="3111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采用白色实体化底部设计，清晰划分机构介绍、支持通道与企业社会责任板块，构建层次分明、跳转便捷的合规信息导航体系。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4127500"/>
            <a:ext cx="2387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67500" y="4318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42926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隐私政策合规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1757">
            <a:off x="6667520" y="48831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293B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667500" y="508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严格承诺用户信息仅用于环保招募，建立全流程数据保护机制，确保隐私安全合规。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42400" y="4127500"/>
            <a:ext cx="2387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32900" y="4318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677400" y="42926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标准版权声明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1757">
            <a:off x="9232920" y="4883150"/>
            <a:ext cx="200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E293B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232900" y="50800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 © 2026 EcoGuard 官方版权标识，以标准化的知识产权声明，确立平台的合法权益与专业定位。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6223000"/>
            <a:ext cx="10668000" cy="381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6273800"/>
            <a:ext cx="1066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核心价值：以严谨的合规体系为基石，构建可信赖、可持续的环保公益品牌形象。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制作与调试过程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3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30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工程初始化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9644">
            <a:off x="952518" y="393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4191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Vite 构建工具及 TS 编译规范，部署快速加载管线，为项目搭建高性能、标准化的开发基础环境，保障开发效率与代码健壮性。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30600" y="2159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5306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7211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3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721100" y="330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组件模块化重构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9644">
            <a:off x="3721118" y="393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721100" y="4191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将冗长页面逻辑切分为标准容器、数据定义表与样式计算池，实现代码解耦与复用，从架构层面防止代码体积超限，提升维护性。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99200" y="2159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992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897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3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89700" y="330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轻量美化改造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9644">
            <a:off x="6489718" y="393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89700" y="4191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Sleek Interface 主题规范，对阴影层次、视觉遮罩及发光球效果进行多端适配，重点攻克 Safari 浏览器的渲染兼容调试，保障视觉一致性。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67800" y="2159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067800" y="2413000"/>
            <a:ext cx="50800" cy="50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258300" y="234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>
                    <a:alpha val="3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258300" y="330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293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严格校验与交付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9644">
            <a:off x="9258318" y="3930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58300" y="4191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执行零空值检测，通过 Web Linter 代码分析与自动化 Production Build 编译流程，消除潜在隐患，确保线上环境无阻滞加载与页面顺畅秒开。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FmZWIzNDg2MmIzZjExOTIzMmViNTBmYTMwYTk0ZW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2594</Words>
  <Application>WPS 演示</Application>
  <PresentationFormat/>
  <Paragraphs>154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咱只吃</cp:lastModifiedBy>
  <cp:revision>1</cp:revision>
  <dcterms:created xsi:type="dcterms:W3CDTF">2026-06-09T15:05:12Z</dcterms:created>
  <dcterms:modified xsi:type="dcterms:W3CDTF">2026-06-09T15:05:13Z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{"Label":"1","ContentProducer":"001191110102MACQD9K64010000","ProduceID":"7649411499630906332","ReservedCode1":"","ContentPropagator":"","PropagateID":"","ReservedCode2":""}</vt:lpwstr>
  </property>
  <property fmtid="{D5CDD505-2E9C-101B-9397-08002B2CF9AE}" pid="3" name="ICV">
    <vt:lpwstr>FFC18824D92540EEB1D7E0ABCE1DF117_12</vt:lpwstr>
  </property>
  <property fmtid="{D5CDD505-2E9C-101B-9397-08002B2CF9AE}" pid="4" name="KSOProductBuildVer">
    <vt:lpwstr>2052-12.1.0.16120</vt:lpwstr>
  </property>
</Properties>
</file>